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</a:defRPr>
            </a:pPr>
            <a:r>
              <a:t>TaskCircle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Collaborative Task Management Application</a:t>
            </a:r>
          </a:p>
          <a:p/>
          <a:p>
            <a:r>
              <a:t>[Your Name / Team Name]</a:t>
            </a:r>
          </a:p>
          <a:p>
            <a:r>
              <a:t>[College / Organization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TaskCircle centralizes project management by organizing work into distinct 'Circles'.</a:t>
            </a:r>
          </a:p>
          <a:p>
            <a:r>
              <a:t>• Provides secure Google OAuth authentication.</a:t>
            </a:r>
          </a:p>
          <a:p>
            <a:r>
              <a:t>• Integrates automated background scheduling for deadline notifications.</a:t>
            </a:r>
          </a:p>
          <a:p>
            <a:r>
              <a:t>• Features an AI assistant (Groq) to brainstorm and break down tasks.</a:t>
            </a:r>
          </a:p>
          <a:p>
            <a:r>
              <a:t>• Built on robust technologies: React 19, Node.js, PostgreSQL, and Redis.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Why centralized task management?</a:t>
            </a:r>
          </a:p>
          <a:p>
            <a:r>
              <a:t>  - Modern teams need streamlined workflows.</a:t>
            </a:r>
          </a:p>
          <a:p>
            <a:r>
              <a:t>• What TaskCircle provides:</a:t>
            </a:r>
          </a:p>
          <a:p>
            <a:r>
              <a:t>  - Unified platform for task tracking and role management.</a:t>
            </a:r>
          </a:p>
          <a:p>
            <a:r>
              <a:t>• Concept of Circles:</a:t>
            </a:r>
          </a:p>
          <a:p>
            <a:r>
              <a:t>  - Organized group work with Public/Private settings.</a:t>
            </a:r>
          </a:p>
          <a:p>
            <a:r>
              <a:t>• Key Features:</a:t>
            </a:r>
          </a:p>
          <a:p>
            <a:r>
              <a:t>  - Real-time task tracking, automated notifications, AI-assisted productivity.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Fragmented Tools: Teams scatter communication and tracking across apps.</a:t>
            </a:r>
          </a:p>
          <a:p>
            <a:r>
              <a:t>• Weak Role Management: Basic group apps lack structured hierarchies (Admin, Mod, Member).</a:t>
            </a:r>
          </a:p>
          <a:p>
            <a:r>
              <a:t>• Missed Deadlines: Lack of automated, customizable daily reminders.</a:t>
            </a:r>
          </a:p>
          <a:p>
            <a:r>
              <a:t>• Brainstorming Friction: Breaking large project goals into tasks manually is time-consuming.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 task management into secure, distinct 'Circles'.</a:t>
            </a:r>
          </a:p>
          <a:p>
            <a:r>
              <a:t>• Provide robust role-based access control.</a:t>
            </a:r>
          </a:p>
          <a:p>
            <a:r>
              <a:t>• Integrate an AI assistant for instant task breakdown and assistance.</a:t>
            </a:r>
          </a:p>
          <a:p>
            <a:r>
              <a:t>• Implement automated background scheduling for deadline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Disconnected Apps: Separate tools for chat, AI, and task boards.</a:t>
            </a:r>
          </a:p>
          <a:p>
            <a:r>
              <a:t>• Manual Tracking: Requires manual effort to check and update due dates.</a:t>
            </a:r>
          </a:p>
          <a:p>
            <a:r>
              <a:t>• Weak Permissions: Simple group applications give all users equal access, leading to disorganized tasks.</a:t>
            </a:r>
          </a:p>
          <a:p>
            <a:r>
              <a:t>• No Native AI: Separate AI tools are disconnected from actual project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Management: Combines Circles, tasks, and AI in one platform.</a:t>
            </a:r>
          </a:p>
          <a:p>
            <a:r>
              <a:t>• Seamless Login: Secure, passwordless login via Google OAuth 2.0.</a:t>
            </a:r>
          </a:p>
          <a:p>
            <a:r>
              <a:t>• Automated Reminders: Cron jobs handle due-date and overdue notifications.</a:t>
            </a:r>
          </a:p>
          <a:p>
            <a:r>
              <a:t>• Built-in AI Assistant: Contextualizes requests within the workspace.</a:t>
            </a:r>
          </a:p>
          <a:p>
            <a:r>
              <a:t>• Robust Architecture: RESTful API powered by Node.js and PostgreSQL.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System Architecture &amp;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Architecture Flow:</a:t>
            </a:r>
          </a:p>
          <a:p>
            <a:pPr>
              <a:defRPr sz="1600"/>
            </a:pPr>
            <a:r>
              <a:t>[Browser] -&gt; [Nginx / React SPA] -&gt; [Express API] -&gt; [PostgreSQL + Redis]</a:t>
            </a:r>
          </a:p>
          <a:p>
            <a:pPr>
              <a:defRPr sz="1600"/>
            </a:pPr>
            <a:r>
              <a:t>  ↳ Integrations: Google OAuth API, Groq AI API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File Structure:</a:t>
            </a:r>
          </a:p>
          <a:p>
            <a:pPr>
              <a:defRPr sz="1600"/>
            </a:pPr>
            <a:r>
              <a:t>frontend/src/ (components, pages, api, styles)</a:t>
            </a:r>
          </a:p>
          <a:p>
            <a:pPr>
              <a:defRPr sz="1600"/>
            </a:pPr>
            <a:r>
              <a:t>backend/src/ (routes, services, middleware, db)</a:t>
            </a:r>
          </a:p>
          <a:p>
            <a:pPr>
              <a:defRPr sz="1600"/>
            </a:pPr>
            <a:r>
              <a:t>backend/migrations/ (SQL schemas)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Main Request Flow:</a:t>
            </a:r>
          </a:p>
          <a:p>
            <a:pPr>
              <a:defRPr sz="1600"/>
            </a:pPr>
            <a:r>
              <a:t>User -&gt; React UI -&gt; API Client -&gt; Express Router -&gt; Auth Middleware -&gt; Service Logic -&gt; PostgreSQL -&gt; React UI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Background Flow:</a:t>
            </a:r>
          </a:p>
          <a:p>
            <a:pPr>
              <a:defRPr sz="1600"/>
            </a:pPr>
            <a:r>
              <a:t>node-cron Scheduler -&gt; PostgreSQL -&gt; Generates Notifications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Session Flow:</a:t>
            </a:r>
          </a:p>
          <a:p>
            <a:pPr>
              <a:defRPr sz="1600"/>
            </a:pPr>
            <a:r>
              <a:t>Google OAuth -&gt; Express -&gt; Session stored in Redis -&gt; Cookie sent to Client.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• users: id (PK), google_id, email, name</a:t>
            </a:r>
          </a:p>
          <a:p>
            <a:pPr>
              <a:defRPr sz="1400"/>
            </a:pPr>
            <a:r>
              <a:t>• circles: id (PK), name, code, privacy, created_by (FK)</a:t>
            </a:r>
          </a:p>
          <a:p>
            <a:pPr>
              <a:defRPr sz="1400"/>
            </a:pPr>
            <a:r>
              <a:t>• memberships: id (PK), circle_id (FK), user_id (FK), role, status</a:t>
            </a:r>
          </a:p>
          <a:p>
            <a:pPr>
              <a:defRPr sz="1400"/>
            </a:pPr>
            <a:r>
              <a:t>• join_requests: id (PK), circle_id (FK), user_id (FK), status</a:t>
            </a:r>
          </a:p>
          <a:p>
            <a:pPr>
              <a:defRPr sz="1400"/>
            </a:pPr>
            <a:r>
              <a:t>• tasks: id (PK), circle_id (FK), title, status, assigned_to (FK), due_date</a:t>
            </a:r>
          </a:p>
          <a:p>
            <a:pPr>
              <a:defRPr sz="1400"/>
            </a:pPr>
            <a:r>
              <a:t>• notifications: id (PK), user_id (FK), type, message</a:t>
            </a:r>
          </a:p>
          <a:p>
            <a:pPr>
              <a:defRPr sz="1400"/>
            </a:pPr>
            <a:r>
              <a:t>• notification_preferences: user_id (PK), alert preferences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Modules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Authentication: Google OAuth, secure session persistence.</a:t>
            </a:r>
          </a:p>
          <a:p>
            <a:r>
              <a:t>• Circle Management: Create/join via code, role management (Admin/Mod).</a:t>
            </a:r>
          </a:p>
          <a:p>
            <a:r>
              <a:t>• Task Management: Global 'My Tasks', status updates (TODO, IN_PROGRESS).</a:t>
            </a:r>
          </a:p>
          <a:p>
            <a:r>
              <a:t>• Notifications: Scheduled deadlines, real-time unread alerts.</a:t>
            </a:r>
          </a:p>
          <a:p>
            <a:r>
              <a:t>• AI Chat: Groq Llama 3.1 assistant for brainstorming.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19, Vite, React Router DOM, Vanilla CSS</a:t>
            </a:r>
          </a:p>
          <a:p>
            <a:r>
              <a:t>• Backend: Node.js, Express.js</a:t>
            </a:r>
          </a:p>
          <a:p>
            <a:r>
              <a:t>• Database &amp; Cache: PostgreSQL, Redis</a:t>
            </a:r>
          </a:p>
          <a:p>
            <a:r>
              <a:t>• External APIs: Google OAuth 2.0, Groq API (Llama 3.1)</a:t>
            </a:r>
          </a:p>
          <a:p>
            <a:r>
              <a:t>• Key Libraries: node-cron, pg, Passport.js</a:t>
            </a:r>
          </a:p>
          <a:p>
            <a:r>
              <a:t>• Deployment: Docker, Docker Compose, Nginx, Render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Implementation &amp;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Placeholder for Implementation Workflows ]</a:t>
            </a:r>
          </a:p>
          <a:p/>
          <a:p>
            <a:r>
              <a:t>• Login flow</a:t>
            </a:r>
          </a:p>
          <a:p>
            <a:r>
              <a:t>• Circle creation/joining</a:t>
            </a:r>
          </a:p>
          <a:p>
            <a:r>
              <a:t>• Task creation/assignment</a:t>
            </a:r>
          </a:p>
          <a:p>
            <a:r>
              <a:t>• Notifications</a:t>
            </a:r>
          </a:p>
          <a:p>
            <a:r>
              <a:t>• AI assistant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Results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Placeholder for Project Screenshots ]</a:t>
            </a:r>
          </a:p>
          <a:p/>
          <a:p>
            <a:r>
              <a:t>• Login Screen</a:t>
            </a:r>
          </a:p>
          <a:p>
            <a:r>
              <a:t>• Dashboard</a:t>
            </a:r>
          </a:p>
          <a:p>
            <a:r>
              <a:t>• Circle View</a:t>
            </a:r>
          </a:p>
          <a:p>
            <a:r>
              <a:t>• Task Management UI</a:t>
            </a:r>
          </a:p>
          <a:p>
            <a:r>
              <a:t>• AI Assistant Chat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Security: Passwordless Google OAuth authentication.</a:t>
            </a:r>
          </a:p>
          <a:p>
            <a:r>
              <a:t>• Organization: Role-based access control and unified tracking.</a:t>
            </a:r>
          </a:p>
          <a:p>
            <a:r>
              <a:t>• Automation: Background cron jobs reduce missed deadlines.</a:t>
            </a:r>
          </a:p>
          <a:p>
            <a:r>
              <a:t>• Intelligence: Built-in AI reduces planning overhead.</a:t>
            </a:r>
          </a:p>
          <a:p>
            <a:r>
              <a:t>• Scalability: Redis session management and Docker-based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WebSockets: Implement Socket.io for real-time live UI updates.</a:t>
            </a:r>
          </a:p>
          <a:p>
            <a:r>
              <a:t>• Mobile App: Develop a React Native application for mobile access.</a:t>
            </a:r>
          </a:p>
          <a:p>
            <a:r>
              <a:t>• Advanced AI: Generate tasks automatically from meeting transcripts.</a:t>
            </a:r>
          </a:p>
          <a:p>
            <a:r>
              <a:t>• Integrations: Sync with Google Calendar / Outlook.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2980B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TaskCircle successfully centralizes project management and collaboration.</a:t>
            </a:r>
          </a:p>
          <a:p>
            <a:r>
              <a:t>• It eliminates reliance on fragmented tools through organized 'Circles'.</a:t>
            </a:r>
          </a:p>
          <a:p>
            <a:r>
              <a:t>• Automates critical deadline tracking via background notifications.</a:t>
            </a:r>
          </a:p>
          <a:p>
            <a:r>
              <a:t>• Employs a robust, scalable architecture (React, Node, Postgres, Redis).</a:t>
            </a:r>
          </a:p>
          <a:p>
            <a:r>
              <a:t>• Demonstrates effective AI integration to boost team productivity.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TaskCircle: A Collaborative Task Management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